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ublic Sans" charset="1" panose="00000000000000000000"/>
      <p:regular r:id="rId11"/>
    </p:embeddedFont>
    <p:embeddedFont>
      <p:font typeface="Agrandir Medium" charset="1" panose="000006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302221"/>
            <a:ext cx="8841904" cy="9682557"/>
            <a:chOff x="0" y="0"/>
            <a:chExt cx="2328732" cy="25501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8732" cy="2550139"/>
            </a:xfrm>
            <a:custGeom>
              <a:avLst/>
              <a:gdLst/>
              <a:ahLst/>
              <a:cxnLst/>
              <a:rect r="r" b="b" t="t" l="l"/>
              <a:pathLst>
                <a:path h="2550139" w="2328732">
                  <a:moveTo>
                    <a:pt x="0" y="0"/>
                  </a:moveTo>
                  <a:lnTo>
                    <a:pt x="2328732" y="0"/>
                  </a:lnTo>
                  <a:lnTo>
                    <a:pt x="2328732" y="2550139"/>
                  </a:lnTo>
                  <a:lnTo>
                    <a:pt x="0" y="2550139"/>
                  </a:ln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328732" cy="2578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59783" y="2041700"/>
            <a:ext cx="6810338" cy="6203599"/>
          </a:xfrm>
          <a:custGeom>
            <a:avLst/>
            <a:gdLst/>
            <a:ahLst/>
            <a:cxnLst/>
            <a:rect r="r" b="b" t="t" l="l"/>
            <a:pathLst>
              <a:path h="6203599" w="6810338">
                <a:moveTo>
                  <a:pt x="0" y="0"/>
                </a:moveTo>
                <a:lnTo>
                  <a:pt x="6810338" y="0"/>
                </a:lnTo>
                <a:lnTo>
                  <a:pt x="6810338" y="6203600"/>
                </a:lnTo>
                <a:lnTo>
                  <a:pt x="0" y="620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728006" cy="772980"/>
          </a:xfrm>
          <a:custGeom>
            <a:avLst/>
            <a:gdLst/>
            <a:ahLst/>
            <a:cxnLst/>
            <a:rect r="r" b="b" t="t" l="l"/>
            <a:pathLst>
              <a:path h="772980" w="728006">
                <a:moveTo>
                  <a:pt x="0" y="0"/>
                </a:moveTo>
                <a:lnTo>
                  <a:pt x="728006" y="0"/>
                </a:lnTo>
                <a:lnTo>
                  <a:pt x="728006" y="772980"/>
                </a:lnTo>
                <a:lnTo>
                  <a:pt x="0" y="7729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870918"/>
            <a:ext cx="7527889" cy="269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7252" spc="-696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Aplicação para gerenciamento </a:t>
            </a:r>
          </a:p>
          <a:p>
            <a:pPr algn="l" marL="0" indent="0" lvl="0">
              <a:lnSpc>
                <a:spcPts val="6962"/>
              </a:lnSpc>
            </a:pPr>
            <a:r>
              <a:rPr lang="en-US" sz="7252" spc="-696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médico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5825" y="1254217"/>
            <a:ext cx="2119719" cy="388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3000" spc="-246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Grupo 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277350"/>
            <a:ext cx="6897187" cy="23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0"/>
              </a:lnSpc>
            </a:pPr>
            <a:r>
              <a:rPr lang="en-US" sz="1700" spc="-85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Karolline Sena, Ketlen Santos, Lara Gomes, Lucas Moreira, Paloma Vitória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6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00150"/>
            <a:ext cx="7924800" cy="201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sz="7999" spc="-767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Funcionalidades Principais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496064"/>
            <a:ext cx="8115300" cy="5190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0"/>
              </a:lnSpc>
            </a:pPr>
            <a:r>
              <a:rPr lang="en-US" sz="2797" b="tru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Nosso projeto é uma aplicação de saúde   focado no gerenciamento Médico, como como controle de pacientes e medicação.</a:t>
            </a:r>
          </a:p>
          <a:p>
            <a:pPr algn="just">
              <a:lnSpc>
                <a:spcPts val="4560"/>
              </a:lnSpc>
            </a:pPr>
          </a:p>
          <a:p>
            <a:pPr algn="just">
              <a:lnSpc>
                <a:spcPts val="4560"/>
              </a:lnSpc>
            </a:pPr>
            <a:r>
              <a:rPr lang="en-US" b="true" sz="2797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A plataforma centraliza informações pacientes, médicos, medicamentos e medições, para otimizar o monitoramento do tratamento e a comunicação eficiente entre pacientes e profissionais de saúde.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784783" y="1365020"/>
            <a:ext cx="7097287" cy="2434044"/>
            <a:chOff x="0" y="0"/>
            <a:chExt cx="2213460" cy="7591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BF6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84783" y="3925191"/>
            <a:ext cx="7097287" cy="2434044"/>
            <a:chOff x="0" y="0"/>
            <a:chExt cx="2213460" cy="7591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BF6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84783" y="6487936"/>
            <a:ext cx="7097287" cy="2434044"/>
            <a:chOff x="0" y="0"/>
            <a:chExt cx="2213460" cy="7591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BF6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379423" y="7166795"/>
            <a:ext cx="1831939" cy="12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pc="-9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79423" y="4604051"/>
            <a:ext cx="1831939" cy="12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pc="-9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02.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79423" y="2043880"/>
            <a:ext cx="1831939" cy="12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pc="-9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01.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07330" y="1935930"/>
            <a:ext cx="3945453" cy="1190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3"/>
              </a:lnSpc>
              <a:spcBef>
                <a:spcPct val="0"/>
              </a:spcBef>
            </a:pPr>
            <a:r>
              <a:rPr lang="en-US" b="true" sz="2799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Visualização de dados para o Paciente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07330" y="4447142"/>
            <a:ext cx="3945453" cy="1190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3"/>
              </a:lnSpc>
              <a:spcBef>
                <a:spcPct val="0"/>
              </a:spcBef>
            </a:pPr>
            <a:r>
              <a:rPr lang="en-US" b="true" sz="2799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Gestão de pacientes a partir do login Médico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07330" y="6438386"/>
            <a:ext cx="3945453" cy="233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3"/>
              </a:lnSpc>
              <a:spcBef>
                <a:spcPct val="0"/>
              </a:spcBef>
            </a:pPr>
            <a:r>
              <a:rPr lang="en-US" b="true" sz="2799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Administrador com todas as permissões para gerenciamento da aplicação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31219" y="1228725"/>
            <a:ext cx="14525374" cy="22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39"/>
              </a:lnSpc>
            </a:pPr>
            <a:r>
              <a:rPr lang="en-US" sz="8999" spc="-62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Aplicação e demonstração do CRUD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21087" y="3932126"/>
            <a:ext cx="4085734" cy="3733442"/>
            <a:chOff x="0" y="0"/>
            <a:chExt cx="1721972" cy="15734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1972" cy="1573495"/>
            </a:xfrm>
            <a:custGeom>
              <a:avLst/>
              <a:gdLst/>
              <a:ahLst/>
              <a:cxnLst/>
              <a:rect r="r" b="b" t="t" l="l"/>
              <a:pathLst>
                <a:path h="1573495" w="1721972">
                  <a:moveTo>
                    <a:pt x="28423" y="0"/>
                  </a:moveTo>
                  <a:lnTo>
                    <a:pt x="1693549" y="0"/>
                  </a:lnTo>
                  <a:cubicBezTo>
                    <a:pt x="1709247" y="0"/>
                    <a:pt x="1721972" y="12725"/>
                    <a:pt x="1721972" y="28423"/>
                  </a:cubicBezTo>
                  <a:lnTo>
                    <a:pt x="1721972" y="1545072"/>
                  </a:lnTo>
                  <a:cubicBezTo>
                    <a:pt x="1721972" y="1560770"/>
                    <a:pt x="1709247" y="1573495"/>
                    <a:pt x="1693549" y="1573495"/>
                  </a:cubicBezTo>
                  <a:lnTo>
                    <a:pt x="28423" y="1573495"/>
                  </a:lnTo>
                  <a:cubicBezTo>
                    <a:pt x="12725" y="1573495"/>
                    <a:pt x="0" y="1560770"/>
                    <a:pt x="0" y="1545072"/>
                  </a:cubicBezTo>
                  <a:lnTo>
                    <a:pt x="0" y="28423"/>
                  </a:lnTo>
                  <a:cubicBezTo>
                    <a:pt x="0" y="12725"/>
                    <a:pt x="12725" y="0"/>
                    <a:pt x="28423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21972" cy="161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04165" y="4406218"/>
            <a:ext cx="2919578" cy="280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70"/>
              </a:lnSpc>
              <a:spcBef>
                <a:spcPct val="0"/>
              </a:spcBef>
            </a:pPr>
            <a:r>
              <a:rPr lang="en-US" b="true" sz="3356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 Cadastrar um novo paciente no sistema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906632" y="3932126"/>
            <a:ext cx="4085734" cy="3733442"/>
            <a:chOff x="0" y="0"/>
            <a:chExt cx="1721972" cy="15734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21972" cy="1573495"/>
            </a:xfrm>
            <a:custGeom>
              <a:avLst/>
              <a:gdLst/>
              <a:ahLst/>
              <a:cxnLst/>
              <a:rect r="r" b="b" t="t" l="l"/>
              <a:pathLst>
                <a:path h="1573495" w="1721972">
                  <a:moveTo>
                    <a:pt x="28423" y="0"/>
                  </a:moveTo>
                  <a:lnTo>
                    <a:pt x="1693549" y="0"/>
                  </a:lnTo>
                  <a:cubicBezTo>
                    <a:pt x="1709247" y="0"/>
                    <a:pt x="1721972" y="12725"/>
                    <a:pt x="1721972" y="28423"/>
                  </a:cubicBezTo>
                  <a:lnTo>
                    <a:pt x="1721972" y="1545072"/>
                  </a:lnTo>
                  <a:cubicBezTo>
                    <a:pt x="1721972" y="1560770"/>
                    <a:pt x="1709247" y="1573495"/>
                    <a:pt x="1693549" y="1573495"/>
                  </a:cubicBezTo>
                  <a:lnTo>
                    <a:pt x="28423" y="1573495"/>
                  </a:lnTo>
                  <a:cubicBezTo>
                    <a:pt x="12725" y="1573495"/>
                    <a:pt x="0" y="1560770"/>
                    <a:pt x="0" y="1545072"/>
                  </a:cubicBezTo>
                  <a:lnTo>
                    <a:pt x="0" y="28423"/>
                  </a:lnTo>
                  <a:cubicBezTo>
                    <a:pt x="0" y="12725"/>
                    <a:pt x="12725" y="0"/>
                    <a:pt x="28423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21972" cy="161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93905" y="3932126"/>
            <a:ext cx="4085734" cy="3733442"/>
            <a:chOff x="0" y="0"/>
            <a:chExt cx="1721972" cy="15734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21972" cy="1573495"/>
            </a:xfrm>
            <a:custGeom>
              <a:avLst/>
              <a:gdLst/>
              <a:ahLst/>
              <a:cxnLst/>
              <a:rect r="r" b="b" t="t" l="l"/>
              <a:pathLst>
                <a:path h="1573495" w="1721972">
                  <a:moveTo>
                    <a:pt x="28423" y="0"/>
                  </a:moveTo>
                  <a:lnTo>
                    <a:pt x="1693549" y="0"/>
                  </a:lnTo>
                  <a:cubicBezTo>
                    <a:pt x="1709247" y="0"/>
                    <a:pt x="1721972" y="12725"/>
                    <a:pt x="1721972" y="28423"/>
                  </a:cubicBezTo>
                  <a:lnTo>
                    <a:pt x="1721972" y="1545072"/>
                  </a:lnTo>
                  <a:cubicBezTo>
                    <a:pt x="1721972" y="1560770"/>
                    <a:pt x="1709247" y="1573495"/>
                    <a:pt x="1693549" y="1573495"/>
                  </a:cubicBezTo>
                  <a:lnTo>
                    <a:pt x="28423" y="1573495"/>
                  </a:lnTo>
                  <a:cubicBezTo>
                    <a:pt x="12725" y="1573495"/>
                    <a:pt x="0" y="1560770"/>
                    <a:pt x="0" y="1545072"/>
                  </a:cubicBezTo>
                  <a:lnTo>
                    <a:pt x="0" y="28423"/>
                  </a:lnTo>
                  <a:cubicBezTo>
                    <a:pt x="0" y="12725"/>
                    <a:pt x="12725" y="0"/>
                    <a:pt x="28423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21972" cy="161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681178" y="3932126"/>
            <a:ext cx="4085734" cy="3733442"/>
            <a:chOff x="0" y="0"/>
            <a:chExt cx="1721972" cy="15734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21972" cy="1573495"/>
            </a:xfrm>
            <a:custGeom>
              <a:avLst/>
              <a:gdLst/>
              <a:ahLst/>
              <a:cxnLst/>
              <a:rect r="r" b="b" t="t" l="l"/>
              <a:pathLst>
                <a:path h="1573495" w="1721972">
                  <a:moveTo>
                    <a:pt x="28423" y="0"/>
                  </a:moveTo>
                  <a:lnTo>
                    <a:pt x="1693549" y="0"/>
                  </a:lnTo>
                  <a:cubicBezTo>
                    <a:pt x="1709247" y="0"/>
                    <a:pt x="1721972" y="12725"/>
                    <a:pt x="1721972" y="28423"/>
                  </a:cubicBezTo>
                  <a:lnTo>
                    <a:pt x="1721972" y="1545072"/>
                  </a:lnTo>
                  <a:cubicBezTo>
                    <a:pt x="1721972" y="1560770"/>
                    <a:pt x="1709247" y="1573495"/>
                    <a:pt x="1693549" y="1573495"/>
                  </a:cubicBezTo>
                  <a:lnTo>
                    <a:pt x="28423" y="1573495"/>
                  </a:lnTo>
                  <a:cubicBezTo>
                    <a:pt x="12725" y="1573495"/>
                    <a:pt x="0" y="1560770"/>
                    <a:pt x="0" y="1545072"/>
                  </a:cubicBezTo>
                  <a:lnTo>
                    <a:pt x="0" y="28423"/>
                  </a:lnTo>
                  <a:cubicBezTo>
                    <a:pt x="0" y="12725"/>
                    <a:pt x="12725" y="0"/>
                    <a:pt x="28423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21972" cy="1611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484888" y="4282763"/>
            <a:ext cx="2919578" cy="280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70"/>
              </a:lnSpc>
              <a:spcBef>
                <a:spcPct val="0"/>
              </a:spcBef>
            </a:pPr>
            <a:r>
              <a:rPr lang="en-US" b="true" sz="3356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Li</a:t>
            </a:r>
            <a:r>
              <a:rPr lang="en-US" b="true" sz="3356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star e buscar os pacientes cadastrados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04137" y="4282763"/>
            <a:ext cx="3265272" cy="280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70"/>
              </a:lnSpc>
              <a:spcBef>
                <a:spcPct val="0"/>
              </a:spcBef>
            </a:pPr>
            <a:r>
              <a:rPr lang="en-US" b="true" sz="3356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 Editar as informações de um paciente existente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69078" y="4751001"/>
            <a:ext cx="2919578" cy="211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70"/>
              </a:lnSpc>
              <a:spcBef>
                <a:spcPct val="0"/>
              </a:spcBef>
            </a:pPr>
            <a:r>
              <a:rPr lang="en-US" b="true" sz="3356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Remove</a:t>
            </a:r>
            <a:r>
              <a:rPr lang="en-US" b="true" sz="3356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r um paciente do sistema.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80889" y="1549012"/>
            <a:ext cx="14525374" cy="104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</a:pPr>
            <a:r>
              <a:rPr lang="en-US" sz="7999" spc="-767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Tecnologias Utilizadas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3925629"/>
            <a:ext cx="7277636" cy="1222087"/>
            <a:chOff x="0" y="0"/>
            <a:chExt cx="2916440" cy="4897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6440" cy="489739"/>
            </a:xfrm>
            <a:custGeom>
              <a:avLst/>
              <a:gdLst/>
              <a:ahLst/>
              <a:cxnLst/>
              <a:rect r="r" b="b" t="t" l="l"/>
              <a:pathLst>
                <a:path h="489739" w="2916440">
                  <a:moveTo>
                    <a:pt x="15957" y="0"/>
                  </a:moveTo>
                  <a:lnTo>
                    <a:pt x="2900483" y="0"/>
                  </a:lnTo>
                  <a:cubicBezTo>
                    <a:pt x="2909296" y="0"/>
                    <a:pt x="2916440" y="7144"/>
                    <a:pt x="2916440" y="15957"/>
                  </a:cubicBezTo>
                  <a:lnTo>
                    <a:pt x="2916440" y="473782"/>
                  </a:lnTo>
                  <a:cubicBezTo>
                    <a:pt x="2916440" y="482595"/>
                    <a:pt x="2909296" y="489739"/>
                    <a:pt x="2900483" y="489739"/>
                  </a:cubicBezTo>
                  <a:lnTo>
                    <a:pt x="15957" y="489739"/>
                  </a:lnTo>
                  <a:cubicBezTo>
                    <a:pt x="7144" y="489739"/>
                    <a:pt x="0" y="482595"/>
                    <a:pt x="0" y="473782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16440" cy="527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96643" y="4080304"/>
            <a:ext cx="5741751" cy="72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9"/>
              </a:lnSpc>
              <a:spcBef>
                <a:spcPct val="0"/>
              </a:spcBef>
            </a:pPr>
            <a:r>
              <a:rPr lang="en-US" b="true" sz="3300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Ling</a:t>
            </a:r>
            <a:r>
              <a:rPr lang="en-US" b="true" sz="3300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uagem: Java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5599539"/>
            <a:ext cx="7277636" cy="1222087"/>
            <a:chOff x="0" y="0"/>
            <a:chExt cx="2916440" cy="4897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16440" cy="489739"/>
            </a:xfrm>
            <a:custGeom>
              <a:avLst/>
              <a:gdLst/>
              <a:ahLst/>
              <a:cxnLst/>
              <a:rect r="r" b="b" t="t" l="l"/>
              <a:pathLst>
                <a:path h="489739" w="2916440">
                  <a:moveTo>
                    <a:pt x="15957" y="0"/>
                  </a:moveTo>
                  <a:lnTo>
                    <a:pt x="2900483" y="0"/>
                  </a:lnTo>
                  <a:cubicBezTo>
                    <a:pt x="2909296" y="0"/>
                    <a:pt x="2916440" y="7144"/>
                    <a:pt x="2916440" y="15957"/>
                  </a:cubicBezTo>
                  <a:lnTo>
                    <a:pt x="2916440" y="473782"/>
                  </a:lnTo>
                  <a:cubicBezTo>
                    <a:pt x="2916440" y="482595"/>
                    <a:pt x="2909296" y="489739"/>
                    <a:pt x="2900483" y="489739"/>
                  </a:cubicBezTo>
                  <a:lnTo>
                    <a:pt x="15957" y="489739"/>
                  </a:lnTo>
                  <a:cubicBezTo>
                    <a:pt x="7144" y="489739"/>
                    <a:pt x="0" y="482595"/>
                    <a:pt x="0" y="473782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916440" cy="527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7157959"/>
            <a:ext cx="7277636" cy="1222087"/>
            <a:chOff x="0" y="0"/>
            <a:chExt cx="2916440" cy="4897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16440" cy="489739"/>
            </a:xfrm>
            <a:custGeom>
              <a:avLst/>
              <a:gdLst/>
              <a:ahLst/>
              <a:cxnLst/>
              <a:rect r="r" b="b" t="t" l="l"/>
              <a:pathLst>
                <a:path h="489739" w="2916440">
                  <a:moveTo>
                    <a:pt x="15957" y="0"/>
                  </a:moveTo>
                  <a:lnTo>
                    <a:pt x="2900483" y="0"/>
                  </a:lnTo>
                  <a:cubicBezTo>
                    <a:pt x="2909296" y="0"/>
                    <a:pt x="2916440" y="7144"/>
                    <a:pt x="2916440" y="15957"/>
                  </a:cubicBezTo>
                  <a:lnTo>
                    <a:pt x="2916440" y="473782"/>
                  </a:lnTo>
                  <a:cubicBezTo>
                    <a:pt x="2916440" y="482595"/>
                    <a:pt x="2909296" y="489739"/>
                    <a:pt x="2900483" y="489739"/>
                  </a:cubicBezTo>
                  <a:lnTo>
                    <a:pt x="15957" y="489739"/>
                  </a:lnTo>
                  <a:cubicBezTo>
                    <a:pt x="7144" y="489739"/>
                    <a:pt x="0" y="482595"/>
                    <a:pt x="0" y="473782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916440" cy="527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96643" y="7309422"/>
            <a:ext cx="5741751" cy="72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9"/>
              </a:lnSpc>
              <a:spcBef>
                <a:spcPct val="0"/>
              </a:spcBef>
            </a:pPr>
            <a:r>
              <a:rPr lang="en-US" b="true" sz="3300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In</a:t>
            </a:r>
            <a:r>
              <a:rPr lang="en-US" b="true" sz="3300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terface Gráfica: CLI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81664" y="3925629"/>
            <a:ext cx="7277636" cy="1222087"/>
            <a:chOff x="0" y="0"/>
            <a:chExt cx="2916440" cy="4897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16440" cy="489739"/>
            </a:xfrm>
            <a:custGeom>
              <a:avLst/>
              <a:gdLst/>
              <a:ahLst/>
              <a:cxnLst/>
              <a:rect r="r" b="b" t="t" l="l"/>
              <a:pathLst>
                <a:path h="489739" w="2916440">
                  <a:moveTo>
                    <a:pt x="15957" y="0"/>
                  </a:moveTo>
                  <a:lnTo>
                    <a:pt x="2900483" y="0"/>
                  </a:lnTo>
                  <a:cubicBezTo>
                    <a:pt x="2909296" y="0"/>
                    <a:pt x="2916440" y="7144"/>
                    <a:pt x="2916440" y="15957"/>
                  </a:cubicBezTo>
                  <a:lnTo>
                    <a:pt x="2916440" y="473782"/>
                  </a:lnTo>
                  <a:cubicBezTo>
                    <a:pt x="2916440" y="482595"/>
                    <a:pt x="2909296" y="489739"/>
                    <a:pt x="2900483" y="489739"/>
                  </a:cubicBezTo>
                  <a:lnTo>
                    <a:pt x="15957" y="489739"/>
                  </a:lnTo>
                  <a:cubicBezTo>
                    <a:pt x="7144" y="489739"/>
                    <a:pt x="0" y="482595"/>
                    <a:pt x="0" y="473782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916440" cy="527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749606" y="4080304"/>
            <a:ext cx="5741751" cy="72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9"/>
              </a:lnSpc>
              <a:spcBef>
                <a:spcPct val="0"/>
              </a:spcBef>
            </a:pPr>
            <a:r>
              <a:rPr lang="en-US" b="true" sz="3300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IDE:</a:t>
            </a:r>
            <a:r>
              <a:rPr lang="en-US" b="true" sz="3300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 NetBeans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81664" y="5599539"/>
            <a:ext cx="7277636" cy="1222087"/>
            <a:chOff x="0" y="0"/>
            <a:chExt cx="2916440" cy="4897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16440" cy="489739"/>
            </a:xfrm>
            <a:custGeom>
              <a:avLst/>
              <a:gdLst/>
              <a:ahLst/>
              <a:cxnLst/>
              <a:rect r="r" b="b" t="t" l="l"/>
              <a:pathLst>
                <a:path h="489739" w="2916440">
                  <a:moveTo>
                    <a:pt x="15957" y="0"/>
                  </a:moveTo>
                  <a:lnTo>
                    <a:pt x="2900483" y="0"/>
                  </a:lnTo>
                  <a:cubicBezTo>
                    <a:pt x="2909296" y="0"/>
                    <a:pt x="2916440" y="7144"/>
                    <a:pt x="2916440" y="15957"/>
                  </a:cubicBezTo>
                  <a:lnTo>
                    <a:pt x="2916440" y="473782"/>
                  </a:lnTo>
                  <a:cubicBezTo>
                    <a:pt x="2916440" y="482595"/>
                    <a:pt x="2909296" y="489739"/>
                    <a:pt x="2900483" y="489739"/>
                  </a:cubicBezTo>
                  <a:lnTo>
                    <a:pt x="15957" y="489739"/>
                  </a:lnTo>
                  <a:cubicBezTo>
                    <a:pt x="7144" y="489739"/>
                    <a:pt x="0" y="482595"/>
                    <a:pt x="0" y="473782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916440" cy="527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875661" y="5733951"/>
            <a:ext cx="5741751" cy="72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9"/>
              </a:lnSpc>
              <a:spcBef>
                <a:spcPct val="0"/>
              </a:spcBef>
            </a:pPr>
            <a:r>
              <a:rPr lang="en-US" b="true" sz="3300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B</a:t>
            </a:r>
            <a:r>
              <a:rPr lang="en-US" b="true" sz="3300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anco de Dados: MySQL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96643" y="5733951"/>
            <a:ext cx="5741751" cy="72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9"/>
              </a:lnSpc>
              <a:spcBef>
                <a:spcPct val="0"/>
              </a:spcBef>
            </a:pPr>
            <a:r>
              <a:rPr lang="en-US" b="true" sz="3300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Modelo MVC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81664" y="7157959"/>
            <a:ext cx="7277636" cy="1222087"/>
            <a:chOff x="0" y="0"/>
            <a:chExt cx="2916440" cy="48973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16440" cy="489739"/>
            </a:xfrm>
            <a:custGeom>
              <a:avLst/>
              <a:gdLst/>
              <a:ahLst/>
              <a:cxnLst/>
              <a:rect r="r" b="b" t="t" l="l"/>
              <a:pathLst>
                <a:path h="489739" w="2916440">
                  <a:moveTo>
                    <a:pt x="15957" y="0"/>
                  </a:moveTo>
                  <a:lnTo>
                    <a:pt x="2900483" y="0"/>
                  </a:lnTo>
                  <a:cubicBezTo>
                    <a:pt x="2909296" y="0"/>
                    <a:pt x="2916440" y="7144"/>
                    <a:pt x="2916440" y="15957"/>
                  </a:cubicBezTo>
                  <a:lnTo>
                    <a:pt x="2916440" y="473782"/>
                  </a:lnTo>
                  <a:cubicBezTo>
                    <a:pt x="2916440" y="482595"/>
                    <a:pt x="2909296" y="489739"/>
                    <a:pt x="2900483" y="489739"/>
                  </a:cubicBezTo>
                  <a:lnTo>
                    <a:pt x="15957" y="489739"/>
                  </a:lnTo>
                  <a:cubicBezTo>
                    <a:pt x="7144" y="489739"/>
                    <a:pt x="0" y="482595"/>
                    <a:pt x="0" y="473782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916440" cy="527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40411" y="7309422"/>
            <a:ext cx="6760142" cy="72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9"/>
              </a:lnSpc>
              <a:spcBef>
                <a:spcPct val="0"/>
              </a:spcBef>
            </a:pPr>
            <a:r>
              <a:rPr lang="en-US" b="true" sz="3300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Controle de V</a:t>
            </a:r>
            <a:r>
              <a:rPr lang="en-US" b="true" sz="3300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ersão: Git / GitHub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D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302221"/>
            <a:ext cx="8841904" cy="9682557"/>
            <a:chOff x="0" y="0"/>
            <a:chExt cx="2328732" cy="25501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8732" cy="2550139"/>
            </a:xfrm>
            <a:custGeom>
              <a:avLst/>
              <a:gdLst/>
              <a:ahLst/>
              <a:cxnLst/>
              <a:rect r="r" b="b" t="t" l="l"/>
              <a:pathLst>
                <a:path h="2550139" w="2328732">
                  <a:moveTo>
                    <a:pt x="0" y="0"/>
                  </a:moveTo>
                  <a:lnTo>
                    <a:pt x="2328732" y="0"/>
                  </a:lnTo>
                  <a:lnTo>
                    <a:pt x="2328732" y="2550139"/>
                  </a:lnTo>
                  <a:lnTo>
                    <a:pt x="0" y="2550139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328732" cy="2578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11407" y="1746467"/>
            <a:ext cx="6907091" cy="6794065"/>
          </a:xfrm>
          <a:custGeom>
            <a:avLst/>
            <a:gdLst/>
            <a:ahLst/>
            <a:cxnLst/>
            <a:rect r="r" b="b" t="t" l="l"/>
            <a:pathLst>
              <a:path h="6794065" w="6907091">
                <a:moveTo>
                  <a:pt x="0" y="0"/>
                </a:moveTo>
                <a:lnTo>
                  <a:pt x="6907090" y="0"/>
                </a:lnTo>
                <a:lnTo>
                  <a:pt x="6907090" y="6794066"/>
                </a:lnTo>
                <a:lnTo>
                  <a:pt x="0" y="6794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3781425"/>
            <a:ext cx="6956263" cy="272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99"/>
              </a:lnSpc>
            </a:pPr>
            <a:r>
              <a:rPr lang="en-US" sz="8999" spc="-674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Demonstração da aplicação: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DAG3k85SkoQ</dc:identifier>
  <dcterms:modified xsi:type="dcterms:W3CDTF">2011-08-01T06:04:30Z</dcterms:modified>
  <cp:revision>1</cp:revision>
  <dc:title>Projeto POO</dc:title>
</cp:coreProperties>
</file>